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No-Code FAQ Chatbot for College Admissions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&amp; Audience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&amp;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&amp;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&amp;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No-Code FAQ Chatbot for College Admissions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DDE6F2"/>
                </a:solidFill>
              </a:rPr>
              <a:t>Capstone 49 | [Your name], CSE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DDE6F2"/>
                </a:solidFill>
              </a:rPr>
              <a:t>Dhanalakshmi College of Engineering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Problem &amp; Audience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Students/parents ask the same questions repeatedly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Office is busy; answers vary; no 24x7 help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Audience: prospective students + admissions office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Solution &amp; Tools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Claude Project / Gemini Gem with verified FAQ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NotebookLM + ChatGPT for research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Make + Notion to log unanswered questions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Chatbot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Question -&gt; match FAQ -&gt; short answer + source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Risky/unknown -&gt; fallback + human contact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Escalations logged to Notion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Testing &amp;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30 test questions incl. tricky + injection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Accuracy: ___%  Hallucinations: ___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Fixes applied from verification report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Ethics &amp; 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Public info only; no promises of admission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Human-contact fallback always shown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Result: faster, consistent, safer support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2026-10-24T14:17:19Z</dcterms:created>
  <dcterms:modified xsi:type="dcterms:W3CDTF">2026-10-24T14:17:19Z</dcterms:modified>
</cp:coreProperties>
</file>